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94938a9d0d4af7" /><Relationship Type="http://schemas.openxmlformats.org/officeDocument/2006/relationships/extended-properties" Target="/docProps/app.xml" Id="R76876ae1c6f641f3" /><Relationship Type="http://schemas.openxmlformats.org/officeDocument/2006/relationships/officeDocument" Target="/ppt/presentation.xml" Id="R6331f16c795341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01650638f44f9"/>
  </p:sldMasterIdLst>
  <p:notesMasterIdLst>
    <p:notesMasterId xmlns:r="http://schemas.openxmlformats.org/officeDocument/2006/relationships" r:id="Ref0ef9d81a574dcc"/>
  </p:notesMasterIdLst>
  <p:sldIdLst>
    <p:sldId xmlns:r="http://schemas.openxmlformats.org/officeDocument/2006/relationships" id="256" r:id="Rf6e2d22d0f394756"/>
    <p:sldId xmlns:r="http://schemas.openxmlformats.org/officeDocument/2006/relationships" id="257" r:id="Rc58f080aee15405b"/>
    <p:sldId xmlns:r="http://schemas.openxmlformats.org/officeDocument/2006/relationships" id="258" r:id="Rf7f28544ce1e4e49"/>
    <p:sldId xmlns:r="http://schemas.openxmlformats.org/officeDocument/2006/relationships" id="259" r:id="Re141aa556e904f7e"/>
    <p:sldId xmlns:r="http://schemas.openxmlformats.org/officeDocument/2006/relationships" id="260" r:id="R85540d0da5bc4cab"/>
    <p:sldId xmlns:r="http://schemas.openxmlformats.org/officeDocument/2006/relationships" id="261" r:id="Re052fdbbd0db4c9d"/>
    <p:sldId xmlns:r="http://schemas.openxmlformats.org/officeDocument/2006/relationships" id="262" r:id="R68e603401f3b4e13"/>
    <p:sldId xmlns:r="http://schemas.openxmlformats.org/officeDocument/2006/relationships" id="263" r:id="Ra9b78795ccdc48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d696c51ef04ce7" /><Relationship Type="http://schemas.openxmlformats.org/officeDocument/2006/relationships/slideMaster" Target="/ppt/slideMasters/slideMaster1.xml" Id="Rc6201650638f44f9" /><Relationship Type="http://schemas.openxmlformats.org/officeDocument/2006/relationships/notesMaster" Target="/ppt/notesMasters/notesMaster1.xml" Id="Ref0ef9d81a574dcc" /><Relationship Type="http://schemas.openxmlformats.org/officeDocument/2006/relationships/presProps" Target="/ppt/presProps.xml" Id="R5bded237df5e4ff3" /><Relationship Type="http://schemas.openxmlformats.org/officeDocument/2006/relationships/tableStyles" Target="/ppt/tableStyles.xml" Id="R108014ffcade49ec" /><Relationship Type="http://schemas.openxmlformats.org/officeDocument/2006/relationships/slide" Target="/ppt/slides/slide1.xml" Id="Rf6e2d22d0f394756" /><Relationship Type="http://schemas.openxmlformats.org/officeDocument/2006/relationships/slide" Target="/ppt/slides/slide2.xml" Id="Rc58f080aee15405b" /><Relationship Type="http://schemas.openxmlformats.org/officeDocument/2006/relationships/slide" Target="/ppt/slides/slide3.xml" Id="Rf7f28544ce1e4e49" /><Relationship Type="http://schemas.openxmlformats.org/officeDocument/2006/relationships/slide" Target="/ppt/slides/slide4.xml" Id="Re141aa556e904f7e" /><Relationship Type="http://schemas.openxmlformats.org/officeDocument/2006/relationships/slide" Target="/ppt/slides/slide5.xml" Id="R85540d0da5bc4cab" /><Relationship Type="http://schemas.openxmlformats.org/officeDocument/2006/relationships/slide" Target="/ppt/slides/slide6.xml" Id="Re052fdbbd0db4c9d" /><Relationship Type="http://schemas.openxmlformats.org/officeDocument/2006/relationships/slide" Target="/ppt/slides/slide7.xml" Id="R68e603401f3b4e13" /><Relationship Type="http://schemas.openxmlformats.org/officeDocument/2006/relationships/slide" Target="/ppt/slides/slide8.xml" Id="Ra9b78795ccdc48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b154a166b849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b8719c838d469a" /><Relationship Type="http://schemas.openxmlformats.org/officeDocument/2006/relationships/notesMaster" Target="/ppt/notesMasters/notesMaster1.xml" Id="R83b31683ff6b49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82afd765ed43f1" /><Relationship Type="http://schemas.openxmlformats.org/officeDocument/2006/relationships/notesMaster" Target="/ppt/notesMasters/notesMaster1.xml" Id="R11f2a4c619e0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3ad1948aa849fb" /><Relationship Type="http://schemas.openxmlformats.org/officeDocument/2006/relationships/notesMaster" Target="/ppt/notesMasters/notesMaster1.xml" Id="Rc4500a8d0ec649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d69c423af54ccd" /><Relationship Type="http://schemas.openxmlformats.org/officeDocument/2006/relationships/notesMaster" Target="/ppt/notesMasters/notesMaster1.xml" Id="Rcc4281958dad41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d69bbc69544ff1" /><Relationship Type="http://schemas.openxmlformats.org/officeDocument/2006/relationships/notesMaster" Target="/ppt/notesMasters/notesMaster1.xml" Id="R549d488f31df42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5043e6fcec477a" /><Relationship Type="http://schemas.openxmlformats.org/officeDocument/2006/relationships/notesMaster" Target="/ppt/notesMasters/notesMaster1.xml" Id="R8e1abfb78b9940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158742ed8b4b82" /><Relationship Type="http://schemas.openxmlformats.org/officeDocument/2006/relationships/notesMaster" Target="/ppt/notesMasters/notesMaster1.xml" Id="Rdee531c517af46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fe850f6f244666" /><Relationship Type="http://schemas.openxmlformats.org/officeDocument/2006/relationships/notesMaster" Target="/ppt/notesMasters/notesMaster1.xml" Id="R64491df9899e4c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本页介绍项目名称和答辩主题。项目只处理模拟数据。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系统将自然语言理解和资金执行分开。模型不能直接修改余额。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功能按用户任务组织。每类写操作都进入确认流程。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架构使用 TypeScript 单仓库。演示模式默认使用内存种子数据，数据库和任务 worker 已保留接口。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所有资金和高风险动作使用统一状态机。operationId 用于追踪，idempotencyKey 防止重复执行。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演示时建议选择李梅手机号转账，避免张三重名流程占用时间。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测试结果来自当前工作区实际执行记录。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结尾明确演示边界，避免把 MVP 描述为可直接上线的银行系统。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2ca15ca1143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d4af02eae421e" /><Relationship Type="http://schemas.openxmlformats.org/officeDocument/2006/relationships/slideLayout" Target="/ppt/slideLayouts/slideLayout1.xml" Id="Rb6d513ebfb3545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d513ebfb3545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ed568c06042c7" /><Relationship Type="http://schemas.openxmlformats.org/officeDocument/2006/relationships/notesSlide" Target="/ppt/notesSlides/notesSlide1.xml" Id="Rff00852757044d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08f63a5c54edc" /><Relationship Type="http://schemas.openxmlformats.org/officeDocument/2006/relationships/notesSlide" Target="/ppt/notesSlides/notesSlide2.xml" Id="Ra510df1de0cb45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4e535369b42fd" /><Relationship Type="http://schemas.openxmlformats.org/officeDocument/2006/relationships/notesSlide" Target="/ppt/notesSlides/notesSlide3.xml" Id="R427284995c8b44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757a02f524745" /><Relationship Type="http://schemas.openxmlformats.org/officeDocument/2006/relationships/notesSlide" Target="/ppt/notesSlides/notesSlide4.xml" Id="R862b7de164744d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5e54807464de8" /><Relationship Type="http://schemas.openxmlformats.org/officeDocument/2006/relationships/notesSlide" Target="/ppt/notesSlides/notesSlide5.xml" Id="R45eb2ba2f917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62c372a324bf7" /><Relationship Type="http://schemas.openxmlformats.org/officeDocument/2006/relationships/notesSlide" Target="/ppt/notesSlides/notesSlide6.xml" Id="Rccb6871246784d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f449e8d5c4c73" /><Relationship Type="http://schemas.openxmlformats.org/officeDocument/2006/relationships/notesSlide" Target="/ppt/notesSlides/notesSlide7.xml" Id="Rb5c8c097e80343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34850611c4134" /><Relationship Type="http://schemas.openxmlformats.org/officeDocument/2006/relationships/notesSlide" Target="/ppt/notesSlides/notesSlide8.xml" Id="R9ebbe9794e2c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5C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3E300-7F02-4F8E-99E7-60D845AD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银行 AI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D832B-6DE9-40F5-8415-79AD289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FE2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FE2D7"/>
                </a:solidFill>
                <a:latin typeface="Microsoft YaHei"/>
                <a:ea typeface="Microsoft YaHei"/>
                <a:cs typeface="Microsoft YaHei"/>
              </a:rPr>
              <a:t>Web MVP 项目答辩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42463-B125-4FD1-9A66-7868CAAC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A5D"/>
          </a:solidFill>
          <a:ln xmlns:a="http://schemas.openxmlformats.org/drawingml/2006/main" w="9525">
            <a:solidFill>
              <a:srgbClr val="E39A5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47AC4-582D-4E79-8D51-7CF8238C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自然语言交互  受控资金操作  可追溯审计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EBCC2-7CA9-46E5-9F68-99C8A6D5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0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7D0C9"/>
                </a:solidFill>
                <a:latin typeface="Microsoft YaHei"/>
                <a:ea typeface="Microsoft YaHei"/>
                <a:cs typeface="Microsoft YaHei"/>
              </a:rPr>
              <a:t>澄心银行演示项目  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958821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E342F-1A95-4D99-AAD5-E31FB879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4E"/>
          </a:solidFill>
          <a:ln xmlns:a="http://schemas.openxmlformats.org/drawingml/2006/main" w="9525">
            <a:solidFill>
              <a:srgbClr val="0F5C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E574B-FD47-4AE5-B862-DDC77C60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D11F1-63F2-4D22-A317-2813375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F3D78-6CDD-4A1C-AF8E-D3C59BAC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用户可以用一句话完成银行任务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1112E-B8C2-4CD5-9FAC-C712B1B6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19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支持转账、AA 收款、账单分析和订阅管理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覆盖理财、卡片和生日计划等跨场景任务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第一版使用模拟账户，不连接真实银行系统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B1CBF-3F35-42C0-A0EC-7FE16D0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76375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C0B6C-9DFC-4A0D-BE15-06D981AF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57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核心边界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3AE9C-AA08-41BE-AD81-22F78745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模型理解用户需求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B295-5D0A-4456-BE21-1F526C3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后端校验和执行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C2397-6431-4F35-B149-30E0D674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48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用户确认高风险操作</a:t>
            </a:r>
          </a:p>
        </p:txBody>
      </p:sp>
    </p:spTree>
    <p:extLst>
      <p:ext uri="{BB962C8B-B14F-4D97-AF65-F5344CB8AC3E}">
        <p14:creationId xmlns:p14="http://schemas.microsoft.com/office/powerpoint/2010/main" val="334161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F1FE1-5410-4AC5-8BB8-A6BB2C6B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4E"/>
          </a:solidFill>
          <a:ln xmlns:a="http://schemas.openxmlformats.org/drawingml/2006/main" w="9525">
            <a:solidFill>
              <a:srgbClr val="0F5C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046CD-9FB0-4179-9820-AEB9310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12497-1797-49EE-88CF-F0DE1F6E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D5576-FC07-4F26-A8FC-7352567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15A15-683E-4957-852C-19C2137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智能转账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F3864-4200-4F82-988D-BC923699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姓名、手机号、语音、定时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F22FD-F841-4EC2-9141-196BEF10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D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F037C-5EC5-48DB-B2A1-A2A2F487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99A52-461A-4C89-A4DF-383029BB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账单分析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68030-3392-4D59-9CA4-9F71662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95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分类、异常识别、月度报告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8E276-18AF-4E7F-9CC2-5B8F0396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D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206AE-2F60-4FB9-8AE7-42CFED78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60EAC-97DB-4FFF-908C-772672AA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理财与卡片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7AF5C-800E-4355-A7F1-53DE4FBA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风险适配、申购、挂失和限制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8B1E6-177F-404F-8A00-B4D2C2CD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814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D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7AB17-15B2-4B23-B31A-749C094A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0BD49-228F-4FA0-A9BC-04AA510D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订阅与自动化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8456E-661D-4D54-BF96-CB456111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续费提醒、取消、生日计划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6FE2C-D791-4141-82DA-1BEC0D1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482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D"/>
          </a:solidFill>
          <a:ln xmlns:a="http://schemas.openxmlformats.org/drawingml/2006/main" w="9525">
            <a:solidFill>
              <a:srgbClr val="D9E1DD"/>
            </a:solidFill>
          </a:ln>
        </p:spPr>
      </p:sp>
    </p:spTree>
    <p:extLst>
      <p:ext uri="{BB962C8B-B14F-4D97-AF65-F5344CB8AC3E}">
        <p14:creationId xmlns:p14="http://schemas.microsoft.com/office/powerpoint/2010/main" val="1919560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96799-1DE9-4E82-BBAF-D6033564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4E"/>
          </a:solidFill>
          <a:ln xmlns:a="http://schemas.openxmlformats.org/drawingml/2006/main" w="9525">
            <a:solidFill>
              <a:srgbClr val="0F5C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6D001-F739-4128-9A6F-E696BE1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D6E0E-3A13-456E-958B-9647F36F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B0CC7-75CD-4374-BD42-D0714CA2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33500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6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9EFEE-FCC0-4076-A577-50A3F564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0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Web 前端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C7194-1FA9-4CC1-BF5C-36914617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04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Next.js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B2B61-2D3B-42A7-8213-AF9B4354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聊天、看板、确认卡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33D56-12ED-4C61-8477-9AE8D035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1F1B9-80FB-4573-972E-DA108157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业务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D4E80-1269-49AD-9839-04D98CB4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NestJS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A6E81-5F0D-4CD1-9D8D-9C80AC2D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规则、状态机、工具接口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7286E-D6C7-48DE-9BB8-84DB4151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6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9513F-BC42-4CE5-A905-DDA05162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AI 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CB2CA-5769-471B-922B-0AF35AE5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018F0-2A68-49D4-9D47-063F83D2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意图识别和解释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4764A-F427-4A36-B2A2-3E2EEF3C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028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7EE26-87DF-4286-B5B0-98099C73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数据与任务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93A66-ABD4-4850-9527-01B6D381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33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PostgreSQL  Redis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2ECBC-850B-4E65-823E-8823470C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记录与定时任务</a:t>
            </a:r>
          </a:p>
        </p:txBody>
      </p:sp>
    </p:spTree>
    <p:extLst>
      <p:ext uri="{BB962C8B-B14F-4D97-AF65-F5344CB8AC3E}">
        <p14:creationId xmlns:p14="http://schemas.microsoft.com/office/powerpoint/2010/main" val="246102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D7572-46E0-4703-BEB2-8A772463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4E"/>
          </a:solidFill>
          <a:ln xmlns:a="http://schemas.openxmlformats.org/drawingml/2006/main" w="9525">
            <a:solidFill>
              <a:srgbClr val="0F5C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B7CF6-42B9-4429-9A2C-65513C93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资金操作状态机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43247-04D2-4C93-A1AE-5EEF594E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38DC5-57DC-4A75-B1BF-CA8C8221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61002-F212-493C-B28F-31D0C2A8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669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31508-8BD2-4CC5-BC1C-5C98DFCF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15818-AA7B-4F0D-9CA6-399202CE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识别意图与参数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11655-79C2-4307-8F00-D5C8032F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47875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58F2E-0573-44D9-8B21-5F0E2D7C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669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9C1A5-3164-4062-9844-BB4F6D8A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527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67D71-752A-46AD-8B78-E2319BE3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校验余额与权限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893A5-ABDB-4D6F-836B-720FE85F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47875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24548-0E04-4565-A571-BBE42025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669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E2F0D-F2C8-47CA-B6E6-532BC84B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9527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1D5F4-D600-47AB-89D7-2F4097BB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展示完整确认卡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A9340-CEAE-452F-8A8B-6BF92994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47875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B94B7-DDAF-4343-BD40-34531DF9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669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65EA3-F98D-4067-9BDA-45E4EF4C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527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CA2CB-1238-4662-878A-8EDE1349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校验演示认证码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E9142-03FD-4001-9446-F1BB088D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47875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4E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14913-A51A-4852-B863-5DF9BDFC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669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84C16-D171-47EF-960C-57D0BF67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527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4C553-18D5-492D-814A-1303FD9D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DE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DE8"/>
                </a:solidFill>
                <a:latin typeface="Microsoft YaHei"/>
                <a:ea typeface="Microsoft YaHei"/>
                <a:cs typeface="Microsoft YaHei"/>
              </a:rPr>
              <a:t>幂等扣款与审计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CBB33-B7F2-4390-9854-1DCE82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确认前不扣款  重复执行不重复扣款  过期操作不能执行</a:t>
            </a:r>
          </a:p>
        </p:txBody>
      </p:sp>
    </p:spTree>
    <p:extLst>
      <p:ext uri="{BB962C8B-B14F-4D97-AF65-F5344CB8AC3E}">
        <p14:creationId xmlns:p14="http://schemas.microsoft.com/office/powerpoint/2010/main" val="506145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42910-05D7-4CC6-90F4-0C328E5D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4E"/>
          </a:solidFill>
          <a:ln xmlns:a="http://schemas.openxmlformats.org/drawingml/2006/main" w="9525">
            <a:solidFill>
              <a:srgbClr val="0F5C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E7409-F7AC-48D6-AAE1-202812C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五条演示链路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7B9A9-2D21-43F4-8C24-D25B9DA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DA410-3D98-40C3-8742-3FA3B5A1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096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语音或文字发起转账，重名联系人先消歧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设置明日或指定日期的定时转账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输入聚餐金额与参与人，生成 AA 收款请求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查看本月异常交易及规则信号解释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识别爱人生日，预留资金并单独确认礼物订单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1A9FC-F352-4C28-980E-094FF7B6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39A5D"/>
                </a:solidFill>
                <a:latin typeface="Microsoft YaHei"/>
                <a:ea typeface="Microsoft YaHei"/>
                <a:cs typeface="Microsoft YaHei"/>
              </a:rPr>
              <a:t>演示认证码  123456</a:t>
            </a:r>
          </a:p>
        </p:txBody>
      </p:sp>
    </p:spTree>
    <p:extLst>
      <p:ext uri="{BB962C8B-B14F-4D97-AF65-F5344CB8AC3E}">
        <p14:creationId xmlns:p14="http://schemas.microsoft.com/office/powerpoint/2010/main" val="1449847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F29CA-095C-4DE3-A698-75DED988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4E"/>
          </a:solidFill>
          <a:ln xmlns:a="http://schemas.openxmlformats.org/drawingml/2006/main" w="9525">
            <a:solidFill>
              <a:srgbClr val="0F5C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043B8-89D0-4FF3-8D2D-38BE31AE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34280-8C2C-4F2B-8DC9-A77071D9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5FBA-63F7-464C-A40F-3FCF77E1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428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4D854-8371-400F-8B35-0172783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EC492-6140-47C3-8EC1-2864D011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API 单元测试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6CA39-4AE2-42F3-BA9B-B8113995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2428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0FC7B-FEE1-4C4B-9AD6-EAAB692A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3 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15CC0-A291-4AC2-A06A-0291FDC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193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应用通过类型检查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4B774-88AB-4C58-A0D6-3EDB7BED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428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6D146-209E-4278-8F79-7C72ECA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500 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E8A0A-031C-480D-84C0-D0096843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冒烟测试余额差额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70661-54E5-46C2-84A0-A5CCDCBD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71625"/>
            <a:ext cx="2428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C8372-349C-4944-979A-16F70405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52625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3 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DD421-B758-4FD2-9C5E-9382C44C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193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单笔转账审计事件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F001E-3106-4C61-901A-0B121699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01  Next.js、NestJS 和 worker 生产构建通过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D92C4-6C26-4160-B134-CC7F2AC8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02  敏感信息检测和提示词注入拦截已纳入测试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84DEB-1AD8-4183-8F2F-BDF902BE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72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03  DeepSeek 不可用时自动回退本地安全解析器</a:t>
            </a:r>
          </a:p>
        </p:txBody>
      </p:sp>
    </p:spTree>
    <p:extLst>
      <p:ext uri="{BB962C8B-B14F-4D97-AF65-F5344CB8AC3E}">
        <p14:creationId xmlns:p14="http://schemas.microsoft.com/office/powerpoint/2010/main" val="584299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23A35-2378-498B-9A90-0B129CB9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4E"/>
          </a:solidFill>
          <a:ln xmlns:a="http://schemas.openxmlformats.org/drawingml/2006/main" w="9525">
            <a:solidFill>
              <a:srgbClr val="0F5C4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AC5E4-3362-413E-B4CC-7129320E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当前边界与后续工作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5B042-C749-4D99-B9E2-CBF7E213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62C24-1D60-4C4E-A6BC-01D79A81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84F47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4D835-48C5-4F41-A46B-B144A99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不连接真实银行、证券、征信或商户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固定演示认证码不适用于生产环境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默认数据存储在进程内存中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24276-881D-4FB0-BA27-C7A4619C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5C4E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B53DF-39D3-4BFF-984D-E706BE7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接入真实身份认证和银行授权服务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启用 PostgreSQL 事务与 Redis 任务队列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完成依赖扫描、渗透测试和合规评审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6FC5E-8D61-48F7-9BD7-D333FE61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F"/>
                </a:solidFill>
                <a:latin typeface="Microsoft YaHei"/>
                <a:ea typeface="Microsoft YaHei"/>
                <a:cs typeface="Microsoft YaHei"/>
              </a:rPr>
              <a:t>项目源码、技术文档和安全自评报告随材料包交付</a:t>
            </a:r>
          </a:p>
        </p:txBody>
      </p:sp>
    </p:spTree>
    <p:extLst>
      <p:ext uri="{BB962C8B-B14F-4D97-AF65-F5344CB8AC3E}">
        <p14:creationId xmlns:p14="http://schemas.microsoft.com/office/powerpoint/2010/main" val="2111541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2026-09-25T07:42:38.2680000Z</dcterms:created>
  <dcterms:modified xsi:type="dcterms:W3CDTF">2026-09-25T07:42:38.2680000Z</dcterms:modified>
</coreProperties>
</file>